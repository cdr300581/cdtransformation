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0CF14-2C12-DFC0-E96B-BE7504F7C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C9237-A659-5A46-E0CF-DCB628BEF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1239D-BBA7-683C-D67A-DC2D5D05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4E06E-5D49-DE8C-372E-04916290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4881-B3CA-B1EF-B04E-84C6369B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9FFF-AE90-ACAA-0388-9D540A7B5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3A221-2878-6BC4-FB7C-10E4292CB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E5564-4AD0-D6CD-B727-F2AE0E3F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4A5BB-CAD2-A817-B6CF-E0BF5984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99A26-D9CD-CF43-7B0B-57DF9D14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3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69C8-52CF-B44F-9137-B3751992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2EF2B-1983-31C6-0B42-4AB559178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C0CD4-78EC-AAFF-11F0-BDD8F3874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BCE9E-4CBB-87A6-E716-32ECE0CAB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067D3-1988-2BCA-A36E-470FDE8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0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5D51-98EA-DFD3-4E7D-E14F1B46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55D6-32A8-2228-723A-ADEF42561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B3B6B-6315-AB82-F6B3-D2FD035D0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DE467-26BC-1A07-0D6C-BEA164B07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94757-1CDD-B8FD-E547-BE9BFC9E8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AEF1A-6C60-D993-1507-073EF504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4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C669C-4F22-6972-BD82-56A335B19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170FE-54F1-C59C-1AD0-10D997BB1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FF2A2-63AA-1068-A520-8C449B102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49A9A3-4E81-20F8-F111-4F8542C45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2F7B4-7556-E378-8D4C-69E5F31D3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DC73D-E10C-80EA-233B-D11FDDF0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4D9B1-EB32-C339-C790-6718A0FE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454E7B-5799-EC9D-4715-6557E4B3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17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2397-A6AE-1891-87C0-6850BCEE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64BB1-56D1-C79C-A76D-7E2D55F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2879F-F0A8-30F6-D8CB-64852135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FAB56-6457-29B4-B0FB-3EDACCB8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1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F122E9-9597-636A-4248-DC838C7FE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8A0EC-886D-E827-52DB-B5E5BD12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55D4D-0515-67C5-7108-D9A9548C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80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27AB-CF40-7CAF-C63A-137F7386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72DB1-0AA3-289A-4DEF-A1ECBC6A6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27311-B365-A7CE-1B75-C25A86AE2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06EC9-0ED1-C520-1B36-CAFFAFB53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61572-4CCC-590D-6399-54FB6DB0A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67B2F-D77A-EF0E-8C77-D9549D25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6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32BD-ED07-856E-D8DF-7ECF6B2E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DF7BB-AA4C-235C-9A2C-67E76EB49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0EAEE-DF8C-E899-C66F-B4F7ABFF2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27732-31CE-3706-B66D-32D84967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6FADF-3327-7418-7DDE-8967FCCE4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AEDD-D16D-B4BE-3A26-99186F99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7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CE5E-ECA3-A0BC-6C3B-36867408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3E35F-E3AD-AF6D-DFC9-A4ABF84C4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62DE2-E874-6BEA-DC3A-84ACF1CA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2C48-F590-386F-A6F6-5E2DCA56E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F5AD5-63B3-B59A-124E-ACFF7406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0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4CBD21-F63C-43CB-D4E0-0616DE156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2334E-B95C-60B9-F201-B8E6A63C1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0A262-2079-2B3D-0AC5-44D883A2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486ED-DCE8-A87D-EB06-EFDA8685C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4A34-FEED-3309-9B67-77D12EB1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0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41AFAE-9A6A-175A-768A-CB52102F0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6F604-D80E-9D92-F4B5-D519EB3B5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38AEB-516D-C4C0-57D0-1C47384EE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12F60-8C7E-463B-B2C4-A39AF417B2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09E8-146B-39E0-6498-87B1DB77B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9DAC7-449C-F5C9-C2D1-08FB94B81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81DAC-2421-4D91-ABBA-6A8B7367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471543-BBEA-CD76-D6DE-51C7BE9CAB10}"/>
              </a:ext>
            </a:extLst>
          </p:cNvPr>
          <p:cNvSpPr txBox="1"/>
          <p:nvPr/>
        </p:nvSpPr>
        <p:spPr>
          <a:xfrm>
            <a:off x="508000" y="317500"/>
            <a:ext cx="10414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B638"/>
                </a:solidFill>
                <a:latin typeface="Segoe UI" panose="020B0502040204020203" pitchFamily="34" charset="0"/>
              </a:rPr>
              <a:t>My Transformation 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5B00F-AB67-70A1-990A-D7FA6303B425}"/>
              </a:ext>
            </a:extLst>
          </p:cNvPr>
          <p:cNvSpPr txBox="1"/>
          <p:nvPr/>
        </p:nvSpPr>
        <p:spPr>
          <a:xfrm>
            <a:off x="635000" y="1143000"/>
            <a:ext cx="6604000" cy="58477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A five-month Herbalife journey of healthy habits, consistency, better energy, and a stronger, happier life.</a:t>
            </a:r>
            <a:endParaRPr lang="en-US" sz="1600" dirty="0"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DF1C48-F50E-759E-CA99-47A4E635E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1143000"/>
            <a:ext cx="4064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2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E52885-957C-01DD-E78D-4EE34517F3CF}"/>
              </a:ext>
            </a:extLst>
          </p:cNvPr>
          <p:cNvSpPr txBox="1"/>
          <p:nvPr/>
        </p:nvSpPr>
        <p:spPr>
          <a:xfrm>
            <a:off x="508000" y="317500"/>
            <a:ext cx="10414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B638"/>
                </a:solidFill>
                <a:latin typeface="Segoe UI" panose="020B0502040204020203" pitchFamily="34" charset="0"/>
              </a:rPr>
              <a:t>How It Started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4F9BF-66AD-E298-42FA-CD0808BBAEAE}"/>
              </a:ext>
            </a:extLst>
          </p:cNvPr>
          <p:cNvSpPr txBox="1"/>
          <p:nvPr/>
        </p:nvSpPr>
        <p:spPr>
          <a:xfrm>
            <a:off x="635000" y="1143000"/>
            <a:ext cx="6604000" cy="1323439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When I began this journey, I weighed 90 kg.
A friend shared his mother's transformation — she lost 23 kg in six months. Her </a:t>
            </a:r>
            <a:r>
              <a:rPr lang="en-GB" sz="1600" dirty="0" err="1">
                <a:latin typeface="Segoe UI" panose="020B0502040204020203" pitchFamily="34" charset="0"/>
              </a:rPr>
              <a:t>center</a:t>
            </a:r>
            <a:r>
              <a:rPr lang="en-GB" sz="1600" dirty="0">
                <a:latin typeface="Segoe UI" panose="020B0502040204020203" pitchFamily="34" charset="0"/>
              </a:rPr>
              <a:t> is in </a:t>
            </a:r>
            <a:r>
              <a:rPr lang="en-GB" sz="1600" dirty="0" err="1">
                <a:latin typeface="Segoe UI" panose="020B0502040204020203" pitchFamily="34" charset="0"/>
              </a:rPr>
              <a:t>Kurmannapalem</a:t>
            </a:r>
            <a:r>
              <a:rPr lang="en-GB" sz="1600" dirty="0">
                <a:latin typeface="Segoe UI" panose="020B0502040204020203" pitchFamily="34" charset="0"/>
              </a:rPr>
              <a:t>.
Siva Garu personally invited me to join, and that became my turning point.</a:t>
            </a:r>
            <a:endParaRPr lang="en-US" sz="1600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47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EEFC20-E2F0-69B0-2E5B-8B64F16034E5}"/>
              </a:ext>
            </a:extLst>
          </p:cNvPr>
          <p:cNvSpPr txBox="1"/>
          <p:nvPr/>
        </p:nvSpPr>
        <p:spPr>
          <a:xfrm>
            <a:off x="508000" y="317500"/>
            <a:ext cx="10414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B638"/>
                </a:solidFill>
                <a:latin typeface="Segoe UI" panose="020B0502040204020203" pitchFamily="34" charset="0"/>
              </a:rPr>
              <a:t>Daily Habits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1E600-AAA7-7F95-E926-73E76111C1CE}"/>
              </a:ext>
            </a:extLst>
          </p:cNvPr>
          <p:cNvSpPr txBox="1"/>
          <p:nvPr/>
        </p:nvSpPr>
        <p:spPr>
          <a:xfrm>
            <a:off x="635000" y="1143000"/>
            <a:ext cx="6604000" cy="156966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GB" sz="1600" dirty="0">
                <a:solidFill>
                  <a:srgbClr val="FFF4EE"/>
                </a:solidFill>
                <a:latin typeface="Segoe UI" panose="020B0502040204020203" pitchFamily="34" charset="0"/>
              </a:rPr>
              <a:t>• </a:t>
            </a:r>
            <a:r>
              <a:rPr lang="en-GB" sz="1600" dirty="0">
                <a:latin typeface="Segoe UI" panose="020B0502040204020203" pitchFamily="34" charset="0"/>
              </a:rPr>
              <a:t>Walked 5–7 km every day
• Replaced breakfast with Afresh + Protein Shake
• Drank about 4 </a:t>
            </a:r>
            <a:r>
              <a:rPr lang="en-GB" sz="1600" dirty="0" err="1">
                <a:latin typeface="Segoe UI" panose="020B0502040204020203" pitchFamily="34" charset="0"/>
              </a:rPr>
              <a:t>liters</a:t>
            </a:r>
            <a:r>
              <a:rPr lang="en-GB" sz="1600" dirty="0">
                <a:latin typeface="Segoe UI" panose="020B0502040204020203" pitchFamily="34" charset="0"/>
              </a:rPr>
              <a:t> of water daily
• One balanced lunch with less rice and more vegetables
• Proper sleep and active recovery
• Followed supplements and the Z Drink routine twice a month</a:t>
            </a:r>
            <a:endParaRPr lang="en-US" sz="1600" dirty="0"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C897C-6BCB-D89C-7CAF-A459EAA80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1143000"/>
            <a:ext cx="4064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2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FE0A07-4034-FD7E-6813-DDEDD028785F}"/>
              </a:ext>
            </a:extLst>
          </p:cNvPr>
          <p:cNvSpPr txBox="1"/>
          <p:nvPr/>
        </p:nvSpPr>
        <p:spPr>
          <a:xfrm>
            <a:off x="508000" y="317500"/>
            <a:ext cx="10414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B638"/>
                </a:solidFill>
                <a:latin typeface="Segoe UI" panose="020B0502040204020203" pitchFamily="34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91641-C0E1-D205-70A8-4ADB0FEFF5C3}"/>
              </a:ext>
            </a:extLst>
          </p:cNvPr>
          <p:cNvSpPr txBox="1"/>
          <p:nvPr/>
        </p:nvSpPr>
        <p:spPr>
          <a:xfrm>
            <a:off x="635000" y="1143000"/>
            <a:ext cx="6604000" cy="10772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In the last 3–4 months, I lost 11 kg — from 90 kg to 79 kg.
This is more than weight loss. It is better flexibility, more energy, and a stronger sense of well-being.
My body feels happy, light, and full of life again.</a:t>
            </a:r>
            <a:endParaRPr lang="en-US" sz="1600" dirty="0"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7A8E6-231F-7674-020E-4F9A6289D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1143000"/>
            <a:ext cx="4064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6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6CA12-9F60-2E91-E946-2C2B59D11EFC}"/>
              </a:ext>
            </a:extLst>
          </p:cNvPr>
          <p:cNvSpPr txBox="1"/>
          <p:nvPr/>
        </p:nvSpPr>
        <p:spPr>
          <a:xfrm>
            <a:off x="508000" y="317500"/>
            <a:ext cx="10414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B638"/>
                </a:solidFill>
                <a:latin typeface="Segoe UI" panose="020B0502040204020203" pitchFamily="34" charset="0"/>
              </a:rPr>
              <a:t>Feeling Young Again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17F94-3FBD-1175-0982-BC304824C546}"/>
              </a:ext>
            </a:extLst>
          </p:cNvPr>
          <p:cNvSpPr txBox="1"/>
          <p:nvPr/>
        </p:nvSpPr>
        <p:spPr>
          <a:xfrm>
            <a:off x="635000" y="1143000"/>
            <a:ext cx="6604000" cy="10772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It honestly feels like I've gone back 15 years. I can run without getting tired, play cricket, bend with ease, jump confidently, and climb stairs effortlessly.
This isn't just about losing weight — it's about getting my life back</a:t>
            </a:r>
            <a:r>
              <a:rPr lang="en-GB" sz="1600" dirty="0">
                <a:solidFill>
                  <a:srgbClr val="FFF4EE"/>
                </a:solidFill>
                <a:latin typeface="Segoe UI" panose="020B0502040204020203" pitchFamily="34" charset="0"/>
              </a:rPr>
              <a:t>.</a:t>
            </a:r>
            <a:endParaRPr lang="en-US" sz="1600" dirty="0">
              <a:solidFill>
                <a:srgbClr val="FFF4EE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CD30D7-A424-F9D0-FC2F-2455F3CC2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1143000"/>
            <a:ext cx="4064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3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E172E3-295E-7565-79C4-66357C249C40}"/>
              </a:ext>
            </a:extLst>
          </p:cNvPr>
          <p:cNvSpPr txBox="1"/>
          <p:nvPr/>
        </p:nvSpPr>
        <p:spPr>
          <a:xfrm>
            <a:off x="508000" y="317500"/>
            <a:ext cx="10414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B638"/>
                </a:solidFill>
                <a:latin typeface="Segoe UI" panose="020B0502040204020203" pitchFamily="34" charset="0"/>
              </a:rPr>
              <a:t>Community Moments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6B9D6-C9C8-57D5-D4ED-1772F893601C}"/>
              </a:ext>
            </a:extLst>
          </p:cNvPr>
          <p:cNvSpPr txBox="1"/>
          <p:nvPr/>
        </p:nvSpPr>
        <p:spPr>
          <a:xfrm>
            <a:off x="782484" y="1241323"/>
            <a:ext cx="6604000" cy="33855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Speedup Event • STS Gallery • Picnic &amp; </a:t>
            </a:r>
            <a:r>
              <a:rPr lang="en-GB" sz="1600" dirty="0" err="1">
                <a:latin typeface="Segoe UI" panose="020B0502040204020203" pitchFamily="34" charset="0"/>
              </a:rPr>
              <a:t>Color</a:t>
            </a:r>
            <a:r>
              <a:rPr lang="en-GB" sz="1600" dirty="0">
                <a:latin typeface="Segoe UI" panose="020B0502040204020203" pitchFamily="34" charset="0"/>
              </a:rPr>
              <a:t> Day</a:t>
            </a:r>
            <a:endParaRPr lang="en-US" sz="1600" dirty="0"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F8222F-9F2C-67E0-BEB7-5FEEAECF6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1143000"/>
            <a:ext cx="4064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90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249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Chakradhar Konada (IT - ECOMINTL)</dc:creator>
  <cp:lastModifiedBy>Chakradhar Konada (IT - ECOMINTL)</cp:lastModifiedBy>
  <cp:revision>2</cp:revision>
  <dcterms:created xsi:type="dcterms:W3CDTF">2026-07-21T19:17:26Z</dcterms:created>
  <dcterms:modified xsi:type="dcterms:W3CDTF">2026-07-21T19:19:41Z</dcterms:modified>
</cp:coreProperties>
</file>